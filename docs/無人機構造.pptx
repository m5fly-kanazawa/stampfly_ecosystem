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22A90B-D68F-D51C-6CC3-AAA1AC8D5C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39E2097-208A-AE62-23CD-9085BE4F7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AE9F65-7746-F880-1826-91FB164E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3DD4D-8B2E-8348-8A7D-EE63BF86B592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8638CA-BFB8-4247-242C-DF66DA621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1D3555-5592-6519-8BD9-D02859885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A8E60-8D40-F44E-AFA5-B5CFC94428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9708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E9B1FE-A789-ACEB-92BC-E9CE8B6F5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C51764-5F1F-6DF5-593E-DDD8DCBDA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3858AF-53C0-E197-A2F5-A28298361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3DD4D-8B2E-8348-8A7D-EE63BF86B592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2DC443-AB5F-8FA3-1151-48DBB354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FBBB78-D9CA-5043-42B5-1E5720591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A8E60-8D40-F44E-AFA5-B5CFC94428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9346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A43996-AD95-1976-3BCA-DC265C651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6D5B5C3-1513-1B71-B852-50AB93560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47F603-7B24-9045-DD8A-AA8C43B22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3DD4D-8B2E-8348-8A7D-EE63BF86B592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558D1A-F910-8EFA-FF89-37E4DC7E6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FF6543-DAAB-8D7D-F358-6D6384348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A8E60-8D40-F44E-AFA5-B5CFC94428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6683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496406-2554-8992-817B-760998717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6ED8CB-0B08-BB68-1A6A-3C46E6CCA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4799CC9-736D-9CE4-DD60-B222B1625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BEB2FCF-4D5C-73F4-BAAB-AFA4EB196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3DD4D-8B2E-8348-8A7D-EE63BF86B592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7D1654C-0497-6FA9-66DD-4E2BF7F3B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A26E90B-38E6-4354-87CA-329BC277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A8E60-8D40-F44E-AFA5-B5CFC94428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8978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4E41C1-B666-07DB-2B95-462ADC63B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A8C1CAF-66FB-6244-22D7-F14CE99DA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CF076F1-F33C-935F-4F52-92B6B8D83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D08350-5974-7325-215F-484DCEA988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6BA812C-16E6-B2B6-73A6-9EFCCD37D7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DFE13FA-FD8E-ACDF-A78F-109709E99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3DD4D-8B2E-8348-8A7D-EE63BF86B592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1687DE9-6E46-99EF-1CC3-0D86AEB2A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A74D3C6-6093-46D3-C239-3751232C4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A8E60-8D40-F44E-AFA5-B5CFC94428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9760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9347E7-D05B-492E-88CE-DE7DB8CA6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38EC07E-6B5A-D6F7-9918-A89A6A3E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3DD4D-8B2E-8348-8A7D-EE63BF86B592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6CA9330-205A-AB44-7930-987E851E0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35C82E2-95FA-6C58-20E4-91EFD8326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A8E60-8D40-F44E-AFA5-B5CFC94428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482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E8C7F09-7E94-FCCC-5945-734DB73C6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3DD4D-8B2E-8348-8A7D-EE63BF86B592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8A84A20-0CF2-B63E-F723-54248C53D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08D6CE-1E44-61DE-35CF-B0CD7AAF2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A8E60-8D40-F44E-AFA5-B5CFC94428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3248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992B84-3781-B301-B08A-B55252DA5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EBAD5E-08C5-9660-60C6-8A89A4D92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74BDA67-1679-296B-0D49-101B5D01D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5EAD055-EE08-649E-225C-F0F70FC06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3DD4D-8B2E-8348-8A7D-EE63BF86B592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0F1F827-747E-BFE3-D025-4DB8E79A3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C91C667-2E14-51E4-65B6-E49965977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A8E60-8D40-F44E-AFA5-B5CFC94428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1634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22716C-7C18-1C74-52BA-348D84FA0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FE4E0B1-D740-2616-4D5B-3EDA907586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1BE4B7E-5723-1365-E1D1-E01C5DE7E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73B455E-4090-E158-68BB-24ABFAEB6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3DD4D-8B2E-8348-8A7D-EE63BF86B592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834574D-5FF8-6432-3BC3-7542D86E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B88B2E-1D8C-4141-B7B1-F6615D89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A8E60-8D40-F44E-AFA5-B5CFC94428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2096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5784F9-D287-E2C8-FAAF-473FEE4D3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6FB1955-9B11-6971-58DE-01E4CF512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F2157-8383-DB87-1337-88D21A7C1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3DD4D-8B2E-8348-8A7D-EE63BF86B592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87B909-3100-BD2D-BEE5-42B36F1F0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D171C5-4941-C0A9-9E31-B4D79DA6D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A8E60-8D40-F44E-AFA5-B5CFC94428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1421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44D4CE2-1D32-B814-C69A-D66E3553CB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8B107AF-D7A9-C797-CEDE-09821C0FE8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42E1E7-26BB-2491-5FBD-E4267CD13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3DD4D-8B2E-8348-8A7D-EE63BF86B592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58B17D-4A64-01E4-B32E-DB8020F14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BDDDDD-94B5-F7C1-9C2E-D6019E885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A8E60-8D40-F44E-AFA5-B5CFC94428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9918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B3FA9F5-9DC7-3A42-DE00-5F9424048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ADAABD-2F89-2EEE-46C9-0DF38018C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236912-E2BC-3318-F133-EC0CDEC505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33DD4D-8B2E-8348-8A7D-EE63BF86B592}" type="datetimeFigureOut">
              <a:rPr kumimoji="1" lang="ja-JP" altLang="en-US" smtClean="0"/>
              <a:t>2026/1/13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0BB838-5A96-EFCE-C47A-E057E783AD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EACAB5-FE88-F6A8-22C8-BECD1B56C5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BA8E60-8D40-F44E-AFA5-B5CFC94428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8504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円/楕円 44">
            <a:extLst>
              <a:ext uri="{FF2B5EF4-FFF2-40B4-BE49-F238E27FC236}">
                <a16:creationId xmlns:a16="http://schemas.microsoft.com/office/drawing/2014/main" id="{777E0959-95EA-A008-5B36-8B395174E4C3}"/>
              </a:ext>
            </a:extLst>
          </p:cNvPr>
          <p:cNvSpPr/>
          <p:nvPr/>
        </p:nvSpPr>
        <p:spPr>
          <a:xfrm rot="223449" flipV="1">
            <a:off x="3493266" y="4378853"/>
            <a:ext cx="3742367" cy="533401"/>
          </a:xfrm>
          <a:custGeom>
            <a:avLst/>
            <a:gdLst>
              <a:gd name="csX0" fmla="*/ 0 w 2908867"/>
              <a:gd name="csY0" fmla="*/ 277586 h 555171"/>
              <a:gd name="csX1" fmla="*/ 1454434 w 2908867"/>
              <a:gd name="csY1" fmla="*/ 0 h 555171"/>
              <a:gd name="csX2" fmla="*/ 2908868 w 2908867"/>
              <a:gd name="csY2" fmla="*/ 277586 h 555171"/>
              <a:gd name="csX3" fmla="*/ 1454434 w 2908867"/>
              <a:gd name="csY3" fmla="*/ 555172 h 555171"/>
              <a:gd name="csX4" fmla="*/ 0 w 2908867"/>
              <a:gd name="csY4" fmla="*/ 277586 h 555171"/>
              <a:gd name="csX0" fmla="*/ 67729 w 2976597"/>
              <a:gd name="csY0" fmla="*/ 255815 h 533401"/>
              <a:gd name="csX1" fmla="*/ 727505 w 2976597"/>
              <a:gd name="csY1" fmla="*/ 0 h 533401"/>
              <a:gd name="csX2" fmla="*/ 2976597 w 2976597"/>
              <a:gd name="csY2" fmla="*/ 255815 h 533401"/>
              <a:gd name="csX3" fmla="*/ 1522163 w 2976597"/>
              <a:gd name="csY3" fmla="*/ 533401 h 533401"/>
              <a:gd name="csX4" fmla="*/ 67729 w 2976597"/>
              <a:gd name="csY4" fmla="*/ 255815 h 5334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976597" h="533401">
                <a:moveTo>
                  <a:pt x="67729" y="255815"/>
                </a:moveTo>
                <a:cubicBezTo>
                  <a:pt x="-64714" y="166915"/>
                  <a:pt x="-75757" y="0"/>
                  <a:pt x="727505" y="0"/>
                </a:cubicBezTo>
                <a:cubicBezTo>
                  <a:pt x="1530767" y="0"/>
                  <a:pt x="2976597" y="102508"/>
                  <a:pt x="2976597" y="255815"/>
                </a:cubicBezTo>
                <a:cubicBezTo>
                  <a:pt x="2976597" y="409122"/>
                  <a:pt x="2325425" y="533401"/>
                  <a:pt x="1522163" y="533401"/>
                </a:cubicBezTo>
                <a:cubicBezTo>
                  <a:pt x="718901" y="533401"/>
                  <a:pt x="200172" y="344715"/>
                  <a:pt x="67729" y="25581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0BF3C06-8FB7-BCEE-6FD5-57DE94EC5FDF}"/>
              </a:ext>
            </a:extLst>
          </p:cNvPr>
          <p:cNvSpPr/>
          <p:nvPr/>
        </p:nvSpPr>
        <p:spPr>
          <a:xfrm>
            <a:off x="1023255" y="990600"/>
            <a:ext cx="10678887" cy="1415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D5B9443-F1C7-20CB-C58A-2B9A39FCCB17}"/>
              </a:ext>
            </a:extLst>
          </p:cNvPr>
          <p:cNvSpPr/>
          <p:nvPr/>
        </p:nvSpPr>
        <p:spPr>
          <a:xfrm>
            <a:off x="1023255" y="1992086"/>
            <a:ext cx="10678887" cy="1415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D05E171-08F4-EA59-C6CB-261A117AF0BD}"/>
              </a:ext>
            </a:extLst>
          </p:cNvPr>
          <p:cNvSpPr/>
          <p:nvPr/>
        </p:nvSpPr>
        <p:spPr>
          <a:xfrm rot="2760180">
            <a:off x="849326" y="1502039"/>
            <a:ext cx="1484058" cy="146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0C1D730-715D-0078-A9BF-7E69917A656B}"/>
              </a:ext>
            </a:extLst>
          </p:cNvPr>
          <p:cNvSpPr/>
          <p:nvPr/>
        </p:nvSpPr>
        <p:spPr>
          <a:xfrm rot="2760180">
            <a:off x="2735956" y="1475725"/>
            <a:ext cx="1484058" cy="146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20C1D7D-4D4B-68CD-3C25-3BCD940BFA59}"/>
              </a:ext>
            </a:extLst>
          </p:cNvPr>
          <p:cNvSpPr/>
          <p:nvPr/>
        </p:nvSpPr>
        <p:spPr>
          <a:xfrm rot="2760180">
            <a:off x="4622588" y="1475726"/>
            <a:ext cx="1484058" cy="146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25253D6-B322-153B-AD97-7A724B8005B4}"/>
              </a:ext>
            </a:extLst>
          </p:cNvPr>
          <p:cNvSpPr/>
          <p:nvPr/>
        </p:nvSpPr>
        <p:spPr>
          <a:xfrm rot="18839820" flipH="1">
            <a:off x="1792300" y="1475724"/>
            <a:ext cx="1484058" cy="146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FC0150B-841F-E8F8-3D19-D7EA280E0DF4}"/>
              </a:ext>
            </a:extLst>
          </p:cNvPr>
          <p:cNvSpPr/>
          <p:nvPr/>
        </p:nvSpPr>
        <p:spPr>
          <a:xfrm rot="18839820" flipH="1">
            <a:off x="3679272" y="1502038"/>
            <a:ext cx="1484058" cy="146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582651B-6879-D633-B9BB-AB6EC16FEE6D}"/>
              </a:ext>
            </a:extLst>
          </p:cNvPr>
          <p:cNvSpPr/>
          <p:nvPr/>
        </p:nvSpPr>
        <p:spPr>
          <a:xfrm rot="18839820" flipH="1">
            <a:off x="5565562" y="1475724"/>
            <a:ext cx="1484058" cy="146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E7AB4F41-AAE7-03D5-4316-9E5D61EFA72A}"/>
              </a:ext>
            </a:extLst>
          </p:cNvPr>
          <p:cNvSpPr/>
          <p:nvPr/>
        </p:nvSpPr>
        <p:spPr>
          <a:xfrm>
            <a:off x="4039960" y="919843"/>
            <a:ext cx="2365944" cy="2830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8CEE0EE3-E3BF-FDB2-E4C2-F50EE636375F}"/>
              </a:ext>
            </a:extLst>
          </p:cNvPr>
          <p:cNvSpPr/>
          <p:nvPr/>
        </p:nvSpPr>
        <p:spPr>
          <a:xfrm>
            <a:off x="4040302" y="1924968"/>
            <a:ext cx="2365944" cy="2830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7AC45C2-D9D8-8661-1EA0-5BC391693128}"/>
              </a:ext>
            </a:extLst>
          </p:cNvPr>
          <p:cNvSpPr/>
          <p:nvPr/>
        </p:nvSpPr>
        <p:spPr>
          <a:xfrm rot="5400000">
            <a:off x="1796264" y="-70759"/>
            <a:ext cx="5125578" cy="1415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52D2B0C-0036-80FB-08A6-0D493D889B4E}"/>
              </a:ext>
            </a:extLst>
          </p:cNvPr>
          <p:cNvSpPr/>
          <p:nvPr/>
        </p:nvSpPr>
        <p:spPr>
          <a:xfrm rot="5400000">
            <a:off x="3557027" y="-184258"/>
            <a:ext cx="5125579" cy="1415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30A48E4-865F-7770-1B49-5B36AB7D0DD7}"/>
              </a:ext>
            </a:extLst>
          </p:cNvPr>
          <p:cNvSpPr/>
          <p:nvPr/>
        </p:nvSpPr>
        <p:spPr>
          <a:xfrm>
            <a:off x="1023255" y="4895042"/>
            <a:ext cx="10689773" cy="1233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E00483A-691E-C70C-57E4-8F129E77F1E9}"/>
              </a:ext>
            </a:extLst>
          </p:cNvPr>
          <p:cNvSpPr/>
          <p:nvPr/>
        </p:nvSpPr>
        <p:spPr>
          <a:xfrm>
            <a:off x="1923036" y="5893713"/>
            <a:ext cx="4952655" cy="1379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102CADDF-03F0-E9B4-52C7-6AED2E4490A2}"/>
              </a:ext>
            </a:extLst>
          </p:cNvPr>
          <p:cNvSpPr/>
          <p:nvPr/>
        </p:nvSpPr>
        <p:spPr>
          <a:xfrm rot="2760180">
            <a:off x="849326" y="5418235"/>
            <a:ext cx="1484058" cy="146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6D5F8C1-A508-AB91-48C4-974F7D4C7C81}"/>
              </a:ext>
            </a:extLst>
          </p:cNvPr>
          <p:cNvSpPr/>
          <p:nvPr/>
        </p:nvSpPr>
        <p:spPr>
          <a:xfrm rot="2760180">
            <a:off x="2735956" y="5391921"/>
            <a:ext cx="1484058" cy="146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28609D6-ACA0-C1C1-9CDA-C4DB4D353CC7}"/>
              </a:ext>
            </a:extLst>
          </p:cNvPr>
          <p:cNvSpPr/>
          <p:nvPr/>
        </p:nvSpPr>
        <p:spPr>
          <a:xfrm rot="2760180">
            <a:off x="4622588" y="5391922"/>
            <a:ext cx="1484058" cy="146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DD4701D0-ABAD-6114-5258-68B45EABBDC2}"/>
              </a:ext>
            </a:extLst>
          </p:cNvPr>
          <p:cNvSpPr/>
          <p:nvPr/>
        </p:nvSpPr>
        <p:spPr>
          <a:xfrm rot="18839820" flipH="1">
            <a:off x="1792300" y="5391920"/>
            <a:ext cx="1484058" cy="146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BA17B19-E3DB-3D82-D29D-FB9EAF221ABA}"/>
              </a:ext>
            </a:extLst>
          </p:cNvPr>
          <p:cNvSpPr/>
          <p:nvPr/>
        </p:nvSpPr>
        <p:spPr>
          <a:xfrm rot="18839820" flipH="1">
            <a:off x="3679272" y="5418234"/>
            <a:ext cx="1484058" cy="146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693A880-72A4-E960-9FF0-ACDB3B0CDC79}"/>
              </a:ext>
            </a:extLst>
          </p:cNvPr>
          <p:cNvSpPr/>
          <p:nvPr/>
        </p:nvSpPr>
        <p:spPr>
          <a:xfrm rot="18839820" flipH="1">
            <a:off x="5565562" y="5391920"/>
            <a:ext cx="1484058" cy="146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1440E07F-79F4-0828-AB97-6067868F15D5}"/>
              </a:ext>
            </a:extLst>
          </p:cNvPr>
          <p:cNvSpPr/>
          <p:nvPr/>
        </p:nvSpPr>
        <p:spPr>
          <a:xfrm rot="5400000">
            <a:off x="501710" y="1494013"/>
            <a:ext cx="1150245" cy="1289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898CBC1-2D93-9335-01C7-56BE6F1C76E9}"/>
              </a:ext>
            </a:extLst>
          </p:cNvPr>
          <p:cNvSpPr/>
          <p:nvPr/>
        </p:nvSpPr>
        <p:spPr>
          <a:xfrm rot="5400000">
            <a:off x="6236104" y="1505764"/>
            <a:ext cx="1150245" cy="1289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5631A83-9246-B651-FEDC-91C79E9277AF}"/>
              </a:ext>
            </a:extLst>
          </p:cNvPr>
          <p:cNvSpPr/>
          <p:nvPr/>
        </p:nvSpPr>
        <p:spPr>
          <a:xfrm rot="5400000">
            <a:off x="6242910" y="5405193"/>
            <a:ext cx="1150244" cy="1289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57669C3-0A24-4118-5E4A-3001FDC4B590}"/>
              </a:ext>
            </a:extLst>
          </p:cNvPr>
          <p:cNvSpPr/>
          <p:nvPr/>
        </p:nvSpPr>
        <p:spPr>
          <a:xfrm>
            <a:off x="10428514" y="0"/>
            <a:ext cx="1284513" cy="2614207"/>
          </a:xfrm>
          <a:custGeom>
            <a:avLst/>
            <a:gdLst>
              <a:gd name="csX0" fmla="*/ 0 w 1273628"/>
              <a:gd name="csY0" fmla="*/ 0 h 2449288"/>
              <a:gd name="csX1" fmla="*/ 1273628 w 1273628"/>
              <a:gd name="csY1" fmla="*/ 0 h 2449288"/>
              <a:gd name="csX2" fmla="*/ 1273628 w 1273628"/>
              <a:gd name="csY2" fmla="*/ 2449288 h 2449288"/>
              <a:gd name="csX3" fmla="*/ 0 w 1273628"/>
              <a:gd name="csY3" fmla="*/ 2449288 h 2449288"/>
              <a:gd name="csX4" fmla="*/ 0 w 1273628"/>
              <a:gd name="csY4" fmla="*/ 0 h 2449288"/>
              <a:gd name="csX0" fmla="*/ 0 w 1273628"/>
              <a:gd name="csY0" fmla="*/ 0 h 2460173"/>
              <a:gd name="csX1" fmla="*/ 1273628 w 1273628"/>
              <a:gd name="csY1" fmla="*/ 0 h 2460173"/>
              <a:gd name="csX2" fmla="*/ 718456 w 1273628"/>
              <a:gd name="csY2" fmla="*/ 2460173 h 2460173"/>
              <a:gd name="csX3" fmla="*/ 0 w 1273628"/>
              <a:gd name="csY3" fmla="*/ 2449288 h 2460173"/>
              <a:gd name="csX4" fmla="*/ 0 w 1273628"/>
              <a:gd name="csY4" fmla="*/ 0 h 2460173"/>
              <a:gd name="csX0" fmla="*/ 0 w 1273628"/>
              <a:gd name="csY0" fmla="*/ 0 h 2449288"/>
              <a:gd name="csX1" fmla="*/ 1273628 w 1273628"/>
              <a:gd name="csY1" fmla="*/ 0 h 2449288"/>
              <a:gd name="csX2" fmla="*/ 1164770 w 1273628"/>
              <a:gd name="csY2" fmla="*/ 2405744 h 2449288"/>
              <a:gd name="csX3" fmla="*/ 0 w 1273628"/>
              <a:gd name="csY3" fmla="*/ 2449288 h 2449288"/>
              <a:gd name="csX4" fmla="*/ 0 w 1273628"/>
              <a:gd name="csY4" fmla="*/ 0 h 2449288"/>
              <a:gd name="csX0" fmla="*/ 0 w 1273628"/>
              <a:gd name="csY0" fmla="*/ 0 h 2449288"/>
              <a:gd name="csX1" fmla="*/ 1273628 w 1273628"/>
              <a:gd name="csY1" fmla="*/ 0 h 2449288"/>
              <a:gd name="csX2" fmla="*/ 1164770 w 1273628"/>
              <a:gd name="csY2" fmla="*/ 2405744 h 2449288"/>
              <a:gd name="csX3" fmla="*/ 0 w 1273628"/>
              <a:gd name="csY3" fmla="*/ 2449288 h 2449288"/>
              <a:gd name="csX4" fmla="*/ 0 w 1273628"/>
              <a:gd name="csY4" fmla="*/ 0 h 2449288"/>
              <a:gd name="csX0" fmla="*/ 0 w 1284513"/>
              <a:gd name="csY0" fmla="*/ 0 h 2481944"/>
              <a:gd name="csX1" fmla="*/ 1273628 w 1284513"/>
              <a:gd name="csY1" fmla="*/ 0 h 2481944"/>
              <a:gd name="csX2" fmla="*/ 1284513 w 1284513"/>
              <a:gd name="csY2" fmla="*/ 2481944 h 2481944"/>
              <a:gd name="csX3" fmla="*/ 0 w 1284513"/>
              <a:gd name="csY3" fmla="*/ 2449288 h 2481944"/>
              <a:gd name="csX4" fmla="*/ 0 w 1284513"/>
              <a:gd name="csY4" fmla="*/ 0 h 2481944"/>
              <a:gd name="csX0" fmla="*/ 0 w 1284513"/>
              <a:gd name="csY0" fmla="*/ 0 h 2481944"/>
              <a:gd name="csX1" fmla="*/ 1273628 w 1284513"/>
              <a:gd name="csY1" fmla="*/ 0 h 2481944"/>
              <a:gd name="csX2" fmla="*/ 1284513 w 1284513"/>
              <a:gd name="csY2" fmla="*/ 2481944 h 2481944"/>
              <a:gd name="csX3" fmla="*/ 0 w 1284513"/>
              <a:gd name="csY3" fmla="*/ 2449288 h 2481944"/>
              <a:gd name="csX4" fmla="*/ 0 w 1284513"/>
              <a:gd name="csY4" fmla="*/ 0 h 2481944"/>
              <a:gd name="csX0" fmla="*/ 0 w 1284513"/>
              <a:gd name="csY0" fmla="*/ 0 h 2640257"/>
              <a:gd name="csX1" fmla="*/ 1273628 w 1284513"/>
              <a:gd name="csY1" fmla="*/ 0 h 2640257"/>
              <a:gd name="csX2" fmla="*/ 1284513 w 1284513"/>
              <a:gd name="csY2" fmla="*/ 2481944 h 2640257"/>
              <a:gd name="csX3" fmla="*/ 446315 w 1284513"/>
              <a:gd name="csY3" fmla="*/ 2394857 h 2640257"/>
              <a:gd name="csX4" fmla="*/ 0 w 1284513"/>
              <a:gd name="csY4" fmla="*/ 2449288 h 2640257"/>
              <a:gd name="csX5" fmla="*/ 0 w 1284513"/>
              <a:gd name="csY5" fmla="*/ 0 h 2640257"/>
              <a:gd name="csX0" fmla="*/ 0 w 1284513"/>
              <a:gd name="csY0" fmla="*/ 0 h 2644895"/>
              <a:gd name="csX1" fmla="*/ 1273628 w 1284513"/>
              <a:gd name="csY1" fmla="*/ 0 h 2644895"/>
              <a:gd name="csX2" fmla="*/ 1284513 w 1284513"/>
              <a:gd name="csY2" fmla="*/ 2481944 h 2644895"/>
              <a:gd name="csX3" fmla="*/ 642258 w 1284513"/>
              <a:gd name="csY3" fmla="*/ 2416628 h 2644895"/>
              <a:gd name="csX4" fmla="*/ 0 w 1284513"/>
              <a:gd name="csY4" fmla="*/ 2449288 h 2644895"/>
              <a:gd name="csX5" fmla="*/ 0 w 1284513"/>
              <a:gd name="csY5" fmla="*/ 0 h 2644895"/>
              <a:gd name="csX0" fmla="*/ 0 w 1284513"/>
              <a:gd name="csY0" fmla="*/ 0 h 2686641"/>
              <a:gd name="csX1" fmla="*/ 1273628 w 1284513"/>
              <a:gd name="csY1" fmla="*/ 0 h 2686641"/>
              <a:gd name="csX2" fmla="*/ 1284513 w 1284513"/>
              <a:gd name="csY2" fmla="*/ 2481944 h 2686641"/>
              <a:gd name="csX3" fmla="*/ 402773 w 1284513"/>
              <a:gd name="csY3" fmla="*/ 2569028 h 2686641"/>
              <a:gd name="csX4" fmla="*/ 0 w 1284513"/>
              <a:gd name="csY4" fmla="*/ 2449288 h 2686641"/>
              <a:gd name="csX5" fmla="*/ 0 w 1284513"/>
              <a:gd name="csY5" fmla="*/ 0 h 2686641"/>
              <a:gd name="csX0" fmla="*/ 0 w 1284513"/>
              <a:gd name="csY0" fmla="*/ 0 h 2662457"/>
              <a:gd name="csX1" fmla="*/ 1273628 w 1284513"/>
              <a:gd name="csY1" fmla="*/ 0 h 2662457"/>
              <a:gd name="csX2" fmla="*/ 1284513 w 1284513"/>
              <a:gd name="csY2" fmla="*/ 2481944 h 2662457"/>
              <a:gd name="csX3" fmla="*/ 402773 w 1284513"/>
              <a:gd name="csY3" fmla="*/ 2569028 h 2662457"/>
              <a:gd name="csX4" fmla="*/ 0 w 1284513"/>
              <a:gd name="csY4" fmla="*/ 2449288 h 2662457"/>
              <a:gd name="csX5" fmla="*/ 0 w 1284513"/>
              <a:gd name="csY5" fmla="*/ 0 h 2662457"/>
              <a:gd name="csX0" fmla="*/ 0 w 1284513"/>
              <a:gd name="csY0" fmla="*/ 0 h 2644457"/>
              <a:gd name="csX1" fmla="*/ 1273628 w 1284513"/>
              <a:gd name="csY1" fmla="*/ 0 h 2644457"/>
              <a:gd name="csX2" fmla="*/ 1284513 w 1284513"/>
              <a:gd name="csY2" fmla="*/ 2481944 h 2644457"/>
              <a:gd name="csX3" fmla="*/ 402773 w 1284513"/>
              <a:gd name="csY3" fmla="*/ 2569028 h 2644457"/>
              <a:gd name="csX4" fmla="*/ 0 w 1284513"/>
              <a:gd name="csY4" fmla="*/ 2449288 h 2644457"/>
              <a:gd name="csX5" fmla="*/ 0 w 1284513"/>
              <a:gd name="csY5" fmla="*/ 0 h 2644457"/>
              <a:gd name="csX0" fmla="*/ 0 w 1284513"/>
              <a:gd name="csY0" fmla="*/ 0 h 2614207"/>
              <a:gd name="csX1" fmla="*/ 1273628 w 1284513"/>
              <a:gd name="csY1" fmla="*/ 0 h 2614207"/>
              <a:gd name="csX2" fmla="*/ 1284513 w 1284513"/>
              <a:gd name="csY2" fmla="*/ 2481944 h 2614207"/>
              <a:gd name="csX3" fmla="*/ 631373 w 1284513"/>
              <a:gd name="csY3" fmla="*/ 2471056 h 2614207"/>
              <a:gd name="csX4" fmla="*/ 0 w 1284513"/>
              <a:gd name="csY4" fmla="*/ 2449288 h 2614207"/>
              <a:gd name="csX5" fmla="*/ 0 w 1284513"/>
              <a:gd name="csY5" fmla="*/ 0 h 261420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84513" h="2614207">
                <a:moveTo>
                  <a:pt x="0" y="0"/>
                </a:moveTo>
                <a:lnTo>
                  <a:pt x="1273628" y="0"/>
                </a:lnTo>
                <a:cubicBezTo>
                  <a:pt x="1277256" y="827315"/>
                  <a:pt x="1280885" y="1654629"/>
                  <a:pt x="1284513" y="2481944"/>
                </a:cubicBezTo>
                <a:cubicBezTo>
                  <a:pt x="874486" y="2783116"/>
                  <a:pt x="845458" y="2476499"/>
                  <a:pt x="631373" y="2471056"/>
                </a:cubicBezTo>
                <a:cubicBezTo>
                  <a:pt x="417288" y="2465613"/>
                  <a:pt x="411843" y="2739574"/>
                  <a:pt x="0" y="2449288"/>
                </a:cubicBez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角丸四角形 32">
            <a:extLst>
              <a:ext uri="{FF2B5EF4-FFF2-40B4-BE49-F238E27FC236}">
                <a16:creationId xmlns:a16="http://schemas.microsoft.com/office/drawing/2014/main" id="{03956CF3-1FA3-D31D-E372-41DC19869E5A}"/>
              </a:ext>
            </a:extLst>
          </p:cNvPr>
          <p:cNvSpPr/>
          <p:nvPr/>
        </p:nvSpPr>
        <p:spPr>
          <a:xfrm>
            <a:off x="4061732" y="4806083"/>
            <a:ext cx="2365944" cy="562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角丸四角形 33">
            <a:extLst>
              <a:ext uri="{FF2B5EF4-FFF2-40B4-BE49-F238E27FC236}">
                <a16:creationId xmlns:a16="http://schemas.microsoft.com/office/drawing/2014/main" id="{D1D42066-8C42-23C1-77EF-D4BB53940D52}"/>
              </a:ext>
            </a:extLst>
          </p:cNvPr>
          <p:cNvSpPr/>
          <p:nvPr/>
        </p:nvSpPr>
        <p:spPr>
          <a:xfrm>
            <a:off x="4061732" y="4740803"/>
            <a:ext cx="2365944" cy="5623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円/楕円 34">
            <a:extLst>
              <a:ext uri="{FF2B5EF4-FFF2-40B4-BE49-F238E27FC236}">
                <a16:creationId xmlns:a16="http://schemas.microsoft.com/office/drawing/2014/main" id="{05DAB97A-6264-6C79-08EB-EAB1B36AF998}"/>
              </a:ext>
            </a:extLst>
          </p:cNvPr>
          <p:cNvSpPr/>
          <p:nvPr/>
        </p:nvSpPr>
        <p:spPr>
          <a:xfrm>
            <a:off x="4310066" y="4556653"/>
            <a:ext cx="163286" cy="16328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円/楕円 35">
            <a:extLst>
              <a:ext uri="{FF2B5EF4-FFF2-40B4-BE49-F238E27FC236}">
                <a16:creationId xmlns:a16="http://schemas.microsoft.com/office/drawing/2014/main" id="{B657BF8A-895A-640B-7ADF-C5F61EB409FF}"/>
              </a:ext>
            </a:extLst>
          </p:cNvPr>
          <p:cNvSpPr/>
          <p:nvPr/>
        </p:nvSpPr>
        <p:spPr>
          <a:xfrm>
            <a:off x="6062663" y="4567539"/>
            <a:ext cx="163286" cy="16328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449631A6-A90D-CDB7-41B7-947B6ED00F34}"/>
              </a:ext>
            </a:extLst>
          </p:cNvPr>
          <p:cNvSpPr/>
          <p:nvPr/>
        </p:nvSpPr>
        <p:spPr>
          <a:xfrm rot="1414575">
            <a:off x="3938784" y="6128824"/>
            <a:ext cx="1035455" cy="1345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A7B51679-B121-BEAA-B5DC-1DA054FD331D}"/>
              </a:ext>
            </a:extLst>
          </p:cNvPr>
          <p:cNvSpPr/>
          <p:nvPr/>
        </p:nvSpPr>
        <p:spPr>
          <a:xfrm rot="9212490">
            <a:off x="4820695" y="6072130"/>
            <a:ext cx="1035455" cy="13456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A74CAEBD-9690-C3C3-F711-518C8F7B2F74}"/>
              </a:ext>
            </a:extLst>
          </p:cNvPr>
          <p:cNvSpPr/>
          <p:nvPr/>
        </p:nvSpPr>
        <p:spPr>
          <a:xfrm rot="2893160">
            <a:off x="4299149" y="6114034"/>
            <a:ext cx="660119" cy="842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57E3FDDC-9BA5-8731-4F50-746DFF1C0170}"/>
              </a:ext>
            </a:extLst>
          </p:cNvPr>
          <p:cNvSpPr/>
          <p:nvPr/>
        </p:nvSpPr>
        <p:spPr>
          <a:xfrm rot="18706840" flipH="1">
            <a:off x="4732673" y="6114034"/>
            <a:ext cx="660119" cy="8421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BE06B860-46B7-8A61-2CE5-21E0D8F896CB}"/>
              </a:ext>
            </a:extLst>
          </p:cNvPr>
          <p:cNvSpPr/>
          <p:nvPr/>
        </p:nvSpPr>
        <p:spPr>
          <a:xfrm>
            <a:off x="10439400" y="4730825"/>
            <a:ext cx="1273628" cy="1496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98A99320-1EB5-37FD-70BC-7A339DD7F939}"/>
              </a:ext>
            </a:extLst>
          </p:cNvPr>
          <p:cNvSpPr/>
          <p:nvPr/>
        </p:nvSpPr>
        <p:spPr>
          <a:xfrm>
            <a:off x="10428514" y="3080657"/>
            <a:ext cx="1273628" cy="164374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15F76698-0243-DFBD-4883-CD83ED823E9F}"/>
              </a:ext>
            </a:extLst>
          </p:cNvPr>
          <p:cNvSpPr/>
          <p:nvPr/>
        </p:nvSpPr>
        <p:spPr>
          <a:xfrm>
            <a:off x="10428514" y="1478185"/>
            <a:ext cx="1273628" cy="14151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DE2D369C-2DCC-042D-4715-989AABFE3763}"/>
              </a:ext>
            </a:extLst>
          </p:cNvPr>
          <p:cNvSpPr/>
          <p:nvPr/>
        </p:nvSpPr>
        <p:spPr>
          <a:xfrm rot="18839820" flipH="1">
            <a:off x="8232562" y="3361844"/>
            <a:ext cx="1484058" cy="146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1DF8FE21-55A5-7D8C-930B-5EB73A38D911}"/>
              </a:ext>
            </a:extLst>
          </p:cNvPr>
          <p:cNvSpPr/>
          <p:nvPr/>
        </p:nvSpPr>
        <p:spPr>
          <a:xfrm rot="2760180">
            <a:off x="7221551" y="3433822"/>
            <a:ext cx="1484058" cy="146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三角形 47">
            <a:extLst>
              <a:ext uri="{FF2B5EF4-FFF2-40B4-BE49-F238E27FC236}">
                <a16:creationId xmlns:a16="http://schemas.microsoft.com/office/drawing/2014/main" id="{1B4AFC78-01B9-5F58-0E66-1BBCB0ABD5CC}"/>
              </a:ext>
            </a:extLst>
          </p:cNvPr>
          <p:cNvSpPr/>
          <p:nvPr/>
        </p:nvSpPr>
        <p:spPr>
          <a:xfrm flipV="1">
            <a:off x="7963580" y="3412947"/>
            <a:ext cx="931408" cy="480534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6956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0</Words>
  <Application>Microsoft Macintosh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ITO Kouhei</dc:creator>
  <cp:lastModifiedBy>ITO Kouhei</cp:lastModifiedBy>
  <cp:revision>2</cp:revision>
  <dcterms:created xsi:type="dcterms:W3CDTF">2026-01-13T01:48:33Z</dcterms:created>
  <dcterms:modified xsi:type="dcterms:W3CDTF">2026-01-13T03:31:07Z</dcterms:modified>
</cp:coreProperties>
</file>